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Thesen, die den Rest des Vortrags rahmen.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Vom Tippen zu System- und Prozessdesign.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Menschen gleichen Unschärfen durch Gespräche 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Gespräche enden in Spezifikationen; Stakeholder entscheiden.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Specs als formalisierte Kommunikation Mensch↔Maschine.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Ziel: günstige Evolution, nicht Bürokratie.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zuerst und ständig; Feedback früh, Ableitung billig.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DoD: ACs grün.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Diskussionen menschlich; Umsetzung maschinell.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Conversation → Decision → Spec → Generate →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Reproduzierbar &amp; auditierbar, ohne SaaS.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Klare Zuständigkeiten und Übergaben.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Fehler minimal &amp; lokal fixen; Loops bis grün.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Code-Reviews ohne Specs sind Meinungen.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Varianten/Previews; ‘Show, don’t tell’.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Frühe Validierung von Schnittstellen/Regeln.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‘Fix X, brich Y nicht’ mit klaren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Overhead kurzfr.; Rework sinkt mittel-/langfr.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klein mit End-to-End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Spec-Driven Development – KI-fähige Softwareentwicklung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Prozesse, Rollen und Artefakte für echte Produktivität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Agilität: Mensch=Kommunikation, KI=Explizitheit</a:t>
            </a:r>
          </a:p>
          <a:p>
            <a:pPr/>
            <a:r>
              <a:t>Specs sind Quelle der Wahrheit; Review nach vorne</a:t>
            </a:r>
          </a:p>
          <a:p>
            <a:pPr/>
            <a:r>
              <a:t>KI skaliert Tempo und Fehler – Entscheidungsqualität wird Engpass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Wandel: Von Code- zu Prozessfokus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Traditionell: Feature→Ticket→PR</a:t>
            </a:r>
          </a:p>
          <a:p>
            <a:pPr/>
            <a:r>
              <a:t>Prozessbasiert: Idee→Spec→Gen→Gates→Review</a:t>
            </a:r>
          </a:p>
          <a:p>
            <a:pPr/>
            <a:r>
              <a:t>70–80% mechanisch automatisierbar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Agilität heute (Kommunikation als Klebstoff)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gility_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2292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Zwei Agilitäten: Human↔Human / Human↔Machine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ual_ag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12724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Implizit → Explizit: Der große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Architektur formulieren, Regeln schreiben</a:t>
            </a:r>
          </a:p>
          <a:p>
            <a:pPr/>
            <a:r>
              <a:t>Wissen versionieren, Artefakte binden</a:t>
            </a:r>
          </a:p>
          <a:p>
            <a:pPr/>
            <a:r>
              <a:t>Git=Was, Confluence=Warum, Jira=Steuerung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SDD: Prinzipien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Specs=Source of Truth; Code implementiert Specs</a:t>
            </a:r>
          </a:p>
          <a:p>
            <a:pPr/>
            <a:r>
              <a:t>Verhaltensänderung → Spec-Änderung</a:t>
            </a:r>
          </a:p>
          <a:p>
            <a:pPr/>
            <a:r>
              <a:t>Lokale Gates (Format/Lint/Tests)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Wasserfall vs. SDD (Abgrenzung)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waterfall_vs_s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705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= ausführbare Specs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Use-Case/Command-Tests (Black-Box)</a:t>
            </a:r>
          </a:p>
          <a:p>
            <a:pPr/>
            <a:r>
              <a:t>ACs beweisen Verhalten</a:t>
            </a:r>
          </a:p>
          <a:p>
            <a:pPr/>
            <a:r>
              <a:t>Architektur &amp; Verträge schützen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 ist Umsetzer, nicht Teilnehmer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Kein Teammitglied/Stakeholder</a:t>
            </a:r>
          </a:p>
          <a:p>
            <a:pPr/>
            <a:r>
              <a:t>Umsetzer, Varianten-Generator, Verstärker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SDD-Regelkreis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d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1577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Multi-Agent-Workflow (lokal)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Local-only; Rollen/Output-Verträge</a:t>
            </a:r>
          </a:p>
          <a:p>
            <a:pPr/>
            <a:r>
              <a:t>Deterministische Gates; Artefakt-Handoffs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Repo-Struktur, Agenten &amp; Handoffs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specs/, .github/agents, scripts/gates</a:t>
            </a:r>
          </a:p>
          <a:p>
            <a:pPr/>
            <a:r>
              <a:t>Architect/Planner/Implementer/Tester/Reviewer</a:t>
            </a:r>
          </a:p>
          <a:p>
            <a:pPr/>
            <a:r>
              <a:t>AUTOMATION MODE = diff-only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Gates &amp; Orchestrator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Format/Lint/Tests lokal</a:t>
            </a:r>
          </a:p>
          <a:p>
            <a:pPr/>
            <a:r>
              <a:t>State-Machine-Flow</a:t>
            </a:r>
          </a:p>
          <a:p>
            <a:pPr/>
            <a:r>
              <a:t>Kleine, reviewbare Patches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Review-Shift &amp; Rituale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Spec→Gen→Diff→Code</a:t>
            </a:r>
          </a:p>
          <a:p>
            <a:pPr/>
            <a:r>
              <a:t>Dailies/Retros menschlich</a:t>
            </a:r>
          </a:p>
          <a:p>
            <a:pPr/>
            <a:r>
              <a:t>Refinement → Spec/Tasks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als Design-Pipeline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i_desig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11658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als Verhaltensschnitt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Happy Path zuerst</a:t>
            </a:r>
          </a:p>
          <a:p>
            <a:pPr/>
            <a:r>
              <a:t>Specs vollständig, Implementierung inkrementell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Brownfield: SpecKit &gt; BMAD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Mini-Specs/Constraints/Tasks</a:t>
            </a:r>
          </a:p>
          <a:p>
            <a:pPr/>
            <a:r>
              <a:t>BMAD zu schwer für Brownfield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Anti-Patterns &amp; Risiken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Prompt-to-Feature ohne Spec</a:t>
            </a:r>
          </a:p>
          <a:p>
            <a:pPr/>
            <a:r>
              <a:t>Confluence/Jira als Wahrheit</a:t>
            </a:r>
          </a:p>
          <a:p>
            <a:pPr/>
            <a:r>
              <a:t>Spec-Freeze/Kultur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30-Tage-Plan + Metriken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Woche 1–4 Schritte</a:t>
            </a:r>
          </a:p>
          <a:p>
            <a:pPr/>
            <a:r>
              <a:t>Zeit bis Preview; Spec-Änderungen; Rework; Gate-Stabilität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